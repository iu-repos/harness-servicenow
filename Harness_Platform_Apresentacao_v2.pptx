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Harness Platform</a:t>
            </a:r>
          </a:p>
          <a:p>
            <a:pPr>
              <a:spcBef>
                <a:spcPts val="600"/>
              </a:spcBef>
            </a:pPr>
            <a:r>
              <a:rPr sz="3000" b="0">
                <a:solidFill>
                  <a:srgbClr val="E3ECF4"/>
                </a:solidFill>
                <a:latin typeface="Segoe UI"/>
              </a:rPr>
              <a:t>Automacao inteligente para DevOps</a:t>
            </a:r>
          </a:p>
          <a:p>
            <a:pPr>
              <a:spcBef>
                <a:spcPts val="2800"/>
              </a:spcBef>
            </a:pPr>
            <a:r>
              <a:rPr sz="2100" b="1">
                <a:solidFill>
                  <a:srgbClr val="FFFFFF"/>
                </a:solidFill>
                <a:latin typeface="Segoe UI"/>
              </a:rPr>
              <a:t>Integracao com GitHub, AWS, Terraform e ServiceNow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Apresentacao para o time | 05/09/2026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Harness automatiza CI/CD e operacoes de entrega de software.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Complementa o GitHub: repositorio no GitHub, orquestracao no Harness.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Objetivo: reduzir trabalho manual e elevar rastreabilidade em deploys.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Principais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CI/CD inteligente com pipelines reutilizaveis e aprovacoes controladas.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Feature Flags para releases graduais e rollback rapido.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Cloud Cost Management para visibilidade e otimizacao de custos.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Seguranca e auditoria integradas para compliance do fluxo de entrega.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Ecossistema de Integracoes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Conectores nativos: GitHub, AWS, Terraform e fluxos em Python.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ServiceNow out-of-the-box para ITSM e governanca de mudancas.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Menos glue code, mais padronizacao entre squads.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Caso de Uso: Harness + ServiceNow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Pipeline aciona criacao de Change Request antes do deploy.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Aprovacao no ServiceNow libera continuidade da execucao.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Status final do deploy atualiza automaticamente o registro de mudanca.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3611880"/>
            <a:ext cx="4754880" cy="2103120"/>
          </a:xfrm>
          <a:prstGeom prst="rect">
            <a:avLst/>
          </a:prstGeom>
          <a:solidFill>
            <a:srgbClr val="F4F8FB"/>
          </a:solidFill>
          <a:ln w="15240">
            <a:solidFill>
              <a:srgbClr val="C9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D5B66"/>
                </a:solidFill>
                <a:latin typeface="Segoe UI"/>
              </a:rPr>
              <a:t>Screenshot: Change Request no ServiceNow</a:t>
            </a:r>
          </a:p>
          <a:p>
            <a:pPr algn="ctr"/>
            <a:r>
              <a:rPr sz="1200" b="0">
                <a:solidFill>
                  <a:srgbClr val="4D5B66"/>
                </a:solidFill>
                <a:latin typeface="Segoe UI"/>
              </a:rPr>
              <a:t>Inserir screenshot da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Demo Pipeline (4 minutos)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1) Mostrar connector Harness -&gt; ServiceNow configurado.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2) Executar pipeline com etapa de mudanca automatizada.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3) Validar ticket e transicao de status no ServiceNow.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4) Concluir com rastreabilidade: commit -&gt; deploy -&gt;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3611880"/>
            <a:ext cx="4754880" cy="2103120"/>
          </a:xfrm>
          <a:prstGeom prst="rect">
            <a:avLst/>
          </a:prstGeom>
          <a:solidFill>
            <a:srgbClr val="F4F8FB"/>
          </a:solidFill>
          <a:ln w="15240">
            <a:solidFill>
              <a:srgbClr val="C9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4D5B66"/>
                </a:solidFill>
                <a:latin typeface="Segoe UI"/>
              </a:rPr>
              <a:t>Screenshot: execucao do pipeline no Harness</a:t>
            </a:r>
          </a:p>
          <a:p>
            <a:pPr algn="ctr"/>
            <a:r>
              <a:rPr sz="1200" b="0">
                <a:solidFill>
                  <a:srgbClr val="4D5B66"/>
                </a:solidFill>
                <a:latin typeface="Segoe UI"/>
              </a:rPr>
              <a:t>Inserir screenshot da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Beneficios para o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Menos operacao manual e menor risco em mudancas de producao.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Compliance e auditoria nativos com trilha completa de execucao.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Aderencia a stack atual: ServiceNow, AWS, Terraform, GitHub e Python.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D2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94944"/>
            <a:ext cx="12191695" cy="45720"/>
          </a:xfrm>
          <a:prstGeom prst="rect">
            <a:avLst/>
          </a:prstGeom>
          <a:solidFill>
            <a:srgbClr val="1AA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Segoe UI"/>
              </a:rPr>
              <a:t>Proximos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Selecionar um piloto de deploy com Change Request automatizado.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Medir lead time, taxa de sucesso e reducao de esforco manual.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Escalar o padrao para outras squads apos validacao do piloto.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63238"/>
                </a:solidFill>
                <a:latin typeface="Segoe UI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4D5B66"/>
                </a:solidFill>
                <a:latin typeface="Segoe UI"/>
              </a:rPr>
              <a:t>Harness + ServiceNow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D5B66"/>
                </a:solidFill>
                <a:latin typeface="Segoe U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