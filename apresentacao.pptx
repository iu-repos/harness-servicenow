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Apresentacao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Gerada automaticamente em 05/09/2026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Objetivo</a:t>
            </a:r>
          </a:p>
          <a:p>
            <a:r>
              <a:t>Contexto</a:t>
            </a:r>
          </a:p>
          <a:p>
            <a:r>
              <a:t>Principais pontos</a:t>
            </a:r>
          </a:p>
          <a:p>
            <a:r>
              <a:t>Proximos passos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Este material pode ser editado no PowerPoint.</a:t>
            </a:r>
          </a:p>
          <a:p>
            <a:r>
              <a:t>Substitua os textos conforme sua necessidade.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Obrigado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778000"/>
            <a:ext cx="7620000" cy="1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Perguntas?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