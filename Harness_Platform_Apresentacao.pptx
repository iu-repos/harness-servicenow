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Harness Platform: Automacao Inteligente para DevOps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Integracao com GitHub, AWS, Terraform e ServiceNow</a:t>
            </a:r>
          </a:p>
          <a:p>
            <a:r>
              <a:t>Apresentacao para o time - 05/09/2026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Harness e uma plataforma para automacao de CI/CD e operacoes de entrega.</a:t>
            </a:r>
          </a:p>
          <a:p>
            <a:pPr/>
            <a:r>
              <a:t>Complementa o GitHub: nao substitui o repositorio, acelera o fluxo de entrega.</a:t>
            </a:r>
          </a:p>
          <a:p>
            <a:pPr/>
            <a:r>
              <a:t>Foco para o time: produtividade, governanca e rastreabilidade de mudancas.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Principais Recursos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CI/CD inteligente com pipelines reutilizaveis e controles de aprovacao.</a:t>
            </a:r>
          </a:p>
          <a:p>
            <a:pPr/>
            <a:r>
              <a:t>Feature Flags para liberar funcionalidades com mais seguranca.</a:t>
            </a:r>
          </a:p>
          <a:p>
            <a:pPr/>
            <a:r>
              <a:t>Cloud Cost Management para visibilidade e otimizacao de custos.</a:t>
            </a:r>
          </a:p>
          <a:p>
            <a:pPr/>
            <a:r>
              <a:t>Seguranca, auditoria e compliance integrados no ciclo de entrega.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Ecossistema de Integracoes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Conectores nativos para GitHub, AWS, Terraform e fluxos com Python.</a:t>
            </a:r>
          </a:p>
          <a:p>
            <a:pPr/>
            <a:r>
              <a:t>Integracao out-of-the-box com ServiceNow para ITSM e governanca.</a:t>
            </a:r>
          </a:p>
          <a:p>
            <a:pPr/>
            <a:r>
              <a:t>Menos glue code, mais padronizacao e velocidade para o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Caso de Uso: Harness + ServiceNow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Automacao de Change Requests e Incidents ligados ao deploy.</a:t>
            </a:r>
          </a:p>
          <a:p>
            <a:pPr/>
            <a:r>
              <a:t>Rastreabilidade ponta a ponta: commit, pipeline, aprovacao e mudanca.</a:t>
            </a:r>
          </a:p>
          <a:p>
            <a:pPr/>
            <a:r>
              <a:t>Exemplo: pipeline cria ticket no ServiceNow e atualiza status automaticamente.</a:t>
            </a:r>
          </a:p>
          <a:p>
            <a:pPr/>
            <a:r>
              <a:t>Espaco para screenshot: fluxo de mudanca no ServiceNow.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Pipeline (4 minutos)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Passo 1: configurar connector Harness -&gt; ServiceNow.</a:t>
            </a:r>
          </a:p>
          <a:p>
            <a:pPr/>
            <a:r>
              <a:t>Passo 2: executar pipeline com etapa de change automatizada.</a:t>
            </a:r>
          </a:p>
          <a:p>
            <a:pPr/>
            <a:r>
              <a:t>Passo 3: validar criacao/atualizacao do registro no ServiceNow.</a:t>
            </a:r>
          </a:p>
          <a:p>
            <a:pPr/>
            <a:r>
              <a:t>Espaco para screenshot: execucao do pipeline no Harness.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Beneficios para o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Menos trabalho manual em mudancas e governanca de deploy.</a:t>
            </a:r>
          </a:p>
          <a:p>
            <a:pPr/>
            <a:r>
              <a:t>Mais confiabilidade, compliance e visibilidade de ponta a ponta.</a:t>
            </a:r>
          </a:p>
          <a:p>
            <a:pPr/>
            <a:r>
              <a:t>Aderente a stack atual: ServiceNow, AWS, Terraform, GitHub e Python.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Proximos Passos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Selecionar 1 fluxo piloto para validar ganho rapido.</a:t>
            </a:r>
          </a:p>
          <a:p>
            <a:pPr/>
            <a:r>
              <a:t>Definir metricas: lead time, taxa de sucesso e esforco manual.</a:t>
            </a:r>
          </a:p>
          <a:p>
            <a:pPr/>
            <a:r>
              <a:t>Planejar adocao gradual por squad, com padroes de pipeline.</a:t>
            </a:r>
          </a:p>
          <a:p>
            <a:pPr/>
            <a: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