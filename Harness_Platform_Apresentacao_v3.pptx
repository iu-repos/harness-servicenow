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4" r:id="rId9"/>
    <p:sldId id="265" r:id="rId10"/>
    <p:sldId id="267" r:id="rId11"/>
    <p:sldId id="268" r:id="rId12"/>
    <p:sldId id="269" r:id="rId13"/>
    <p:sldId id="270" r:id="rId14"/>
    <p:sldId id="272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2" dt="2026-09-06T16:33:49.103"/>
    <p1510:client id="{6F32B7A2-F061-C603-3B7A-455207A937C0}" v="33" dt="2026-09-06T19:59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32E0-1BAA-D3BC-63A9-4721FE441E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B9AA0-6E3F-33A4-1A46-8015CC31E1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B811B-FC67-091D-8E1E-AF5B46310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2562225"/>
            <a:ext cx="38385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63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12F7-4486-C6B9-E489-FE79A3C4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784916-1BED-0B73-92F1-4AB414206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67356"/>
            <a:ext cx="8229600" cy="356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7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B348-3861-3C6A-F321-B2400C0C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FE2EE3-1176-1BB6-BC1B-78ABA47C9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37004"/>
            <a:ext cx="8229600" cy="345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56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5FF3-5CA0-2B01-999C-AD3242199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AD6229-28D9-6547-1DDC-AACA450A2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94098"/>
            <a:ext cx="8229600" cy="333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84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FC84-50E9-8C26-877E-FCABE764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183569-F4DB-8D12-0575-F68CC111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27393"/>
            <a:ext cx="8229600" cy="387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7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3294-D10E-208F-8678-41E2249F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8FAB15-3895-D3FE-99D8-D2904D081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270" y="1600200"/>
            <a:ext cx="803946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0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843C-D6F7-7256-5C31-C510251D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D01506-4172-090F-3391-B9A24453A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96860"/>
            <a:ext cx="8229600" cy="433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6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1C73-135B-4CFB-28FA-AA5665FA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62D764-CA61-09A4-614F-13E0D4A5D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92600"/>
            <a:ext cx="8229600" cy="394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3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A47E-E06C-47AB-F356-57EA6538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39669A-0951-DF8D-38AD-128CD1950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56791"/>
            <a:ext cx="8229600" cy="40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3DDC-514E-CA74-5F5D-4E3DCA1AF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55EF0A-D876-745C-B15D-ECB427EEB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86358"/>
            <a:ext cx="8229600" cy="435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73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C9526-E81D-3C82-C56C-B6645473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7341A64-0C3D-2F61-9E40-EC103AED6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06195"/>
            <a:ext cx="8229600" cy="431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9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B59AB-CD1B-D982-3F46-44D4AFCB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D89444-3D62-0F5A-2DAB-6BBCA31C5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25023"/>
            <a:ext cx="8229600" cy="42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989B-55A7-CD1F-3FD8-22181524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9C2FBA-93EB-E9F3-B1D0-D984C04214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00446"/>
            <a:ext cx="8229600" cy="372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55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4ACE-B9A4-A10A-32C9-F7E8811A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5EC9A4-C6EB-B690-B60A-36E7B05CD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028" y="1600200"/>
            <a:ext cx="8025944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692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72271-9A6B-D23C-1438-FE7DF3E1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3FB928-FBFE-A4B8-B58C-B53858E53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56630"/>
            <a:ext cx="8229600" cy="401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6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7D741-7E81-51B4-3A75-50C00CDD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C031D4-BEFF-73F5-F47A-FB170934B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60433"/>
            <a:ext cx="8229600" cy="440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506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9FF1-FD1C-3AEA-7225-BC8DE998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A0C03E-7E5B-AECF-C6C8-973842BB7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74954"/>
            <a:ext cx="8229600" cy="397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73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1F0B-1253-B160-E1B4-0F451F21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61C947-7437-0D13-9243-78E7C8F2B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86909"/>
            <a:ext cx="8229600" cy="435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80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6CE3-8CE9-0101-645D-667610EE8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374C91-6F49-3204-E39E-BC17F472B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81628"/>
            <a:ext cx="8229600" cy="436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30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93C2-2119-67EA-DD4E-903FED5F0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5B7188-21B4-71DE-76AF-4D0B151DC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024" y="1600200"/>
            <a:ext cx="7271952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37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A148-6083-5AC6-02EA-B8AF52835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EB23CF-933F-5B22-8821-AAFF57BA0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52815"/>
            <a:ext cx="8229600" cy="442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41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8B6A-9550-A874-D4D4-12127135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3D5B1C-E08E-30F0-C948-727F731F0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275" y="1767681"/>
            <a:ext cx="779145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19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57</cp:revision>
  <dcterms:created xsi:type="dcterms:W3CDTF">2013-01-27T09:14:16Z</dcterms:created>
  <dcterms:modified xsi:type="dcterms:W3CDTF">2026-09-06T20:01:28Z</dcterms:modified>
  <cp:category/>
</cp:coreProperties>
</file>